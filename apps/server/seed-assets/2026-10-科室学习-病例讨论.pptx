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年 10 月科室病例讨论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鼻部缺损修复 · 整形外科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病例概要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58 岁女性，鼻部基底细胞癌；扩大切除后遗留 2.5×2.0cm 全层缺损。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修复方案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鼻唇沟皮瓣修复；供区直接缝合；术后 7 天拆线。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随访计划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术后 1 周、1 月、3 月门诊随访，按时间线归档照片。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